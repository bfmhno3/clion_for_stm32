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24384000" cy="13716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/>
  </p:normalViewPr>
  <p:slideViewPr>
    <p:cSldViewPr snapToGrid="0" showGuides="1">
      <p:cViewPr varScale="1">
        <p:scale>
          <a:sx n="34" d="100"/>
          <a:sy n="3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9FF3E-B63C-43CE-9323-6878D7E60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B3B104-F062-4608-8E4E-DA5BBCBEE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5620E-7857-46BD-BEB8-BC3ADBF8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93343-6949-44E3-9FBC-73D46391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35257A-611F-4121-BC5A-956BA4B7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21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77609-292B-43C9-8923-9B354610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94F19F-8E89-4783-B8BD-554057C13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BD0699-CA54-49C9-9769-0FDA60A75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B9CAC-3EF4-4B28-9F01-BA174ECF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37D74E-9A29-4FDE-AF03-FD40D3BE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07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74A1A-5406-43A2-990B-A3F594312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DE15B7-63EB-4BD8-9EBB-A7827265C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47BB0-B917-4313-862D-98C287A39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95A060-D7D5-4A45-8BA5-16D13BBB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578E66-D60B-4EC3-83D1-B411143EE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29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F285E-5891-41DC-BC0E-E12E1C28B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9A18E9-0084-406F-8F4C-3221F4030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84047F-08E4-4E5C-9390-1365FCADD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4D8881-8CE6-4083-AE0A-9CB89C00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A67312-60C6-4F60-BDD7-52E10C9A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951407-1FDD-4A23-9222-B6F0C73D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4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11D6D-C520-4A06-A370-CA8E821F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D25176-4268-4612-815C-D8AF08AA9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88FD0C-8096-4CE8-BC3B-C2143CC22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7D9C94-77AF-40FA-9FC7-3881AC3FF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5A211D-97CF-42CF-A5AA-E7B646029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F16EA6-80FE-4842-A9E5-5272A3CB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B5E4DD-767B-439D-B50A-2FA446FA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021672-C16B-4559-8942-82B92608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738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02A90-9443-45B4-8455-A5A3D14D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04306D-C5F5-4045-8636-8196BD42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8921F6-896B-415C-9E11-CF1521FA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FFEDE0-648C-45C1-9F48-39DC3DB8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01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3F157D-7E97-45B9-A82E-C49DA754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14AC1D-92ED-41EF-ABE8-5B70065CC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2E002F-40BD-425C-9E99-DD1FB55F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557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03FE9-635A-4C39-BA86-C773C5D1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4FF93-C19F-4201-823A-1232F694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4AE9D1-9AF0-4CBF-BCD8-975BF4461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5DE77-FC9B-4799-A273-79F18CD90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703948-DC06-4E28-891E-B867F189F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039587-2F91-43BF-BA1E-BDD6E1E9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15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1F452-5AF2-402F-A720-2B8A77A5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4726D8-ADA5-4F5F-84E7-D306E0532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D24AE5-2C46-438C-BB81-84A644291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87BA74-4071-4C5A-AD66-9A2ED5B8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566472-84D4-4EEE-BDD7-DC4F6E25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120139-697E-47AB-97DA-1C068488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3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B4BA7-E719-4DFA-9179-941139FD3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938A0D-A2B9-4BCE-970C-F6797E810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94404-741B-436B-AF6B-0405DDCF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7AD39-C904-4C86-B879-39E88E81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B02BD5-FF89-4FF1-A92E-7F22A2F4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41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B181F3-865C-4961-ACDF-14800F4FB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10325B-D0F2-4654-BBB4-C7BD807DF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A4DB7-AC66-43A8-B184-A2095296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BE3BA3-54DF-4C8C-BDF6-D38B869A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2B7644-F1F3-4343-A861-D689F456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64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864535-62E4-47B4-BCBC-151538B4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01F752-847C-4774-AD4A-B67232638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79FCA5-48C2-4C22-935F-0F7E7DB86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868B4-418D-4C89-8338-712160087EC7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0206D9-4FE5-4F57-9BA9-4824BCBD2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43C7F5-12B2-4469-BBDE-856DC0787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67426-A8F0-4D40-991E-4F553DCB8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0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76">
          <p15:clr>
            <a:srgbClr val="F26B43"/>
          </p15:clr>
        </p15:guide>
        <p15:guide id="2" pos="7680">
          <p15:clr>
            <a:srgbClr val="F26B43"/>
          </p15:clr>
        </p15:guide>
        <p15:guide id="3" pos="832">
          <p15:clr>
            <a:srgbClr val="F26B43"/>
          </p15:clr>
        </p15:guide>
        <p15:guide id="4" pos="14512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424">
          <p15:clr>
            <a:srgbClr val="F26B43"/>
          </p15:clr>
        </p15:guide>
        <p15:guide id="7" orient="horz" pos="7856">
          <p15:clr>
            <a:srgbClr val="F26B43"/>
          </p15:clr>
        </p15:guide>
        <p15:guide id="8" orient="horz" pos="77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E8781CC-3704-4951-9197-B59E3F5F7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701" y="337636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15250A4-BF2B-4970-AD5A-26EAEE838323}"/>
              </a:ext>
            </a:extLst>
          </p:cNvPr>
          <p:cNvSpPr txBox="1"/>
          <p:nvPr/>
        </p:nvSpPr>
        <p:spPr>
          <a:xfrm>
            <a:off x="17235965" y="328736"/>
            <a:ext cx="582723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8800" b="0" i="0" dirty="0">
                <a:solidFill>
                  <a:srgbClr val="222226"/>
                </a:solidFill>
                <a:effectLst/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rPr>
              <a:t>略无慕艳意</a:t>
            </a:r>
            <a:endParaRPr lang="zh-CN" altLang="en-US" sz="8800" dirty="0">
              <a:latin typeface="阿里巴巴普惠体 2.0 75 SemiBold" panose="00020600040101010101" pitchFamily="18" charset="-122"/>
              <a:ea typeface="阿里巴巴普惠体 2.0 75 SemiBold" panose="00020600040101010101" pitchFamily="18" charset="-122"/>
              <a:cs typeface="阿里巴巴普惠体 2.0 75 SemiBold" panose="00020600040101010101" pitchFamily="18" charset="-122"/>
            </a:endParaRPr>
          </a:p>
        </p:txBody>
      </p:sp>
      <p:pic>
        <p:nvPicPr>
          <p:cNvPr id="1028" name="Picture 4" descr="stm32mpu">
            <a:extLst>
              <a:ext uri="{FF2B5EF4-FFF2-40B4-BE49-F238E27FC236}">
                <a16:creationId xmlns:a16="http://schemas.microsoft.com/office/drawing/2014/main" id="{24FB32E7-553A-4B74-A7A3-4948DED375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748001" y="3200400"/>
            <a:ext cx="7315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ion&quot; Icon - Download for free – Iconduck">
            <a:extLst>
              <a:ext uri="{FF2B5EF4-FFF2-40B4-BE49-F238E27FC236}">
                <a16:creationId xmlns:a16="http://schemas.microsoft.com/office/drawing/2014/main" id="{85595EC5-5CD0-4803-A76A-C5BCC6BEE2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20799" y="3200400"/>
            <a:ext cx="7315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DE19774-B795-4F2E-8733-2DDA19187526}"/>
              </a:ext>
            </a:extLst>
          </p:cNvPr>
          <p:cNvSpPr txBox="1"/>
          <p:nvPr/>
        </p:nvSpPr>
        <p:spPr>
          <a:xfrm>
            <a:off x="9667912" y="4926702"/>
            <a:ext cx="5048177" cy="3862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500" dirty="0"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rPr>
              <a:t>For</a:t>
            </a:r>
            <a:endParaRPr lang="zh-CN" altLang="en-US" sz="24500" dirty="0">
              <a:latin typeface="阿里巴巴普惠体 2.0 75 SemiBold" panose="00020600040101010101" pitchFamily="18" charset="-122"/>
              <a:ea typeface="阿里巴巴普惠体 2.0 75 SemiBold" panose="00020600040101010101" pitchFamily="18" charset="-122"/>
              <a:cs typeface="阿里巴巴普惠体 2.0 75 SemiBold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570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D15250A4-BF2B-4970-AD5A-26EAEE838323}"/>
              </a:ext>
            </a:extLst>
          </p:cNvPr>
          <p:cNvSpPr txBox="1"/>
          <p:nvPr/>
        </p:nvSpPr>
        <p:spPr>
          <a:xfrm>
            <a:off x="17235965" y="328736"/>
            <a:ext cx="582723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8800" b="0" i="0" dirty="0">
                <a:solidFill>
                  <a:srgbClr val="222226"/>
                </a:solidFill>
                <a:effectLst/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rPr>
              <a:t>略无慕艳意</a:t>
            </a:r>
            <a:endParaRPr lang="zh-CN" altLang="en-US" sz="8800" dirty="0">
              <a:latin typeface="阿里巴巴普惠体 2.0 75 SemiBold" panose="00020600040101010101" pitchFamily="18" charset="-122"/>
              <a:ea typeface="阿里巴巴普惠体 2.0 75 SemiBold" panose="00020600040101010101" pitchFamily="18" charset="-122"/>
              <a:cs typeface="阿里巴巴普惠体 2.0 75 SemiBold" panose="00020600040101010101" pitchFamily="18" charset="-122"/>
            </a:endParaRPr>
          </a:p>
        </p:txBody>
      </p:sp>
      <p:pic>
        <p:nvPicPr>
          <p:cNvPr id="1028" name="Picture 4" descr="stm32mpu">
            <a:extLst>
              <a:ext uri="{FF2B5EF4-FFF2-40B4-BE49-F238E27FC236}">
                <a16:creationId xmlns:a16="http://schemas.microsoft.com/office/drawing/2014/main" id="{24FB32E7-553A-4B74-A7A3-4948DED375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748001" y="3200400"/>
            <a:ext cx="7315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ion&quot; Icon - Download for free – Iconduck">
            <a:extLst>
              <a:ext uri="{FF2B5EF4-FFF2-40B4-BE49-F238E27FC236}">
                <a16:creationId xmlns:a16="http://schemas.microsoft.com/office/drawing/2014/main" id="{85595EC5-5CD0-4803-A76A-C5BCC6BEE2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20799" y="3200400"/>
            <a:ext cx="7315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DE19774-B795-4F2E-8733-2DDA19187526}"/>
              </a:ext>
            </a:extLst>
          </p:cNvPr>
          <p:cNvSpPr txBox="1"/>
          <p:nvPr/>
        </p:nvSpPr>
        <p:spPr>
          <a:xfrm>
            <a:off x="9667912" y="4926702"/>
            <a:ext cx="5048177" cy="3862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500" dirty="0"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rPr>
              <a:t>For</a:t>
            </a:r>
            <a:endParaRPr lang="zh-CN" altLang="en-US" sz="24500" dirty="0">
              <a:latin typeface="阿里巴巴普惠体 2.0 75 SemiBold" panose="00020600040101010101" pitchFamily="18" charset="-122"/>
              <a:ea typeface="阿里巴巴普惠体 2.0 75 SemiBold" panose="00020600040101010101" pitchFamily="18" charset="-122"/>
              <a:cs typeface="阿里巴巴普惠体 2.0 75 SemiBold" panose="00020600040101010101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CDEFBA-BB82-4CCA-BC6B-EB6A7DE71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1844" y="194761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922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</Words>
  <Application>Microsoft Office PowerPoint</Application>
  <PresentationFormat>自定义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阿里巴巴普惠体 2.0 75 SemiBold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 Blue</dc:creator>
  <cp:lastModifiedBy>Sky Blue</cp:lastModifiedBy>
  <cp:revision>4</cp:revision>
  <dcterms:created xsi:type="dcterms:W3CDTF">2025-05-01T15:29:55Z</dcterms:created>
  <dcterms:modified xsi:type="dcterms:W3CDTF">2025-05-02T03:25:28Z</dcterms:modified>
</cp:coreProperties>
</file>